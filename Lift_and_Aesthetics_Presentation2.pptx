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E-COMMERCE / SEMESTER PROJECT</a:t>
            </a:r>
          </a:p>
          <a:p>
            <a:pPr>
              <a:spcAft>
                <a:spcPts val="800"/>
              </a:spcAft>
              <a:defRPr sz="4000" b="1">
                <a:solidFill>
                  <a:srgbClr val="0F172A"/>
                </a:solidFill>
              </a:defRPr>
            </a:pPr>
            <a:r>
              <a:t>Lift &amp; Aesthetics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Presentation 2 — Specification &amp; Prototype (Week 7)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931920"/>
            <a:ext cx="9601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931920"/>
            <a:ext cx="9601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114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PROJECT TEAM &amp; ROLES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Peca Ana Maria Cristina — Frontend &amp; Product Discovery</a:t>
            </a:r>
            <a:br/>
            <a:r>
              <a:t>• Ploae Darius Adonis Ionut — Backend, Cart &amp; Payments</a:t>
            </a:r>
            <a:br/>
            <a:r>
              <a:t>• Nica David Andrei — Database, Accounts &amp; Admin Panel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TECHNOLOGY STACK: ASP.NET Core 9 / C#  •  EF Core  •  MySQL / SQL Server  •  Stripe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Milestone 2 Objectives &amp; Scope Freezing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Goal: The Specification Is Frozen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Contractual Baseline for Grading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What is approved at P2 represents the frozen specification against which Presentation 3 will be graded.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Any subsequent functional or scope change must be submitted and approved in writing on the course channel.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Clear architectural and database boundaries established early to guarantee stability.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Delivers a working prototype proving catalog browsing, database seed loading, and customer shopping 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P2 Deliverables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Requirements A1–A12: All 12 core requirements described in 1–2 concise implementation sentences.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Chosen Bonus Features: B1 (Filtered Search), B5 (Discount Codes), and B7 (Wishlist) selected.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Data Model (ERD): Relational database diagram matching actual tables with clean 1:N relations.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System Architecture: Three-tier component diagram with complete API endpoints specification table.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Critical Flow Sequence: UML sequence flow: Checkout -&gt; Stripe Sandbox -&gt; Webhook -&gt; Order &amp; Stock.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UI Wireframes: Clean grayscale wireframes for Catalog, Product, Cart, Checkout, and Admin.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Working Prototype: Live demo with 30+ products read from DB, login, and active checkout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Requirements Specification: A1 – A4 (Catalog &amp; Accounts)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A1: Product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Ana Maria (M1)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Displays gym products grouped into 4 clear categories (Supplements, Clothing, Equipment, Accessories).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Each item shows a photo, title, price in LEI, stock availability badge, and direct button to view details or add to cart.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A2: Basic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Ana Maria (M1)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Allows customers to search the store instantly by typing product names or category keywords.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Queries the database dynamically and displays matching items or a helpful empty state when no matches exist.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A3: User Accounts &amp;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David Andrei (M3)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Secure customer registration and login handled by ASP.NET Core Identity with hashed credentials.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Maintains authenticated sessions and gives users access to personal profiles and account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A4: Order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David Andrei (M3)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Authenticated members can view their past orders, transaction dates, total amounts, and delivery statuses.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Provides transparent order tracking and digital receipt summaries for all completed checkouts.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Requirements Specification: A5 – A8 (Cart, Checkout &amp; Payment)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A5: Shopping Cart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Darius Adonis (M2)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Stores selected gym products with line item subtotals, quantity increase/decrease buttons, and remove actions.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The server recalculates all totals, discounts, and item prices on every mutation to prevent client tampering.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A6: Checkout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Darius Adonis (M2)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Collects shipping address and customer contact details through a simple, validated form.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Calculates delivery costs and locks cart items into an unpaid order record prior to payment submission.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A7: Sandbox Payment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Darius Adonis (M2)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Simulates card payments securely using the Stripe test environment without real currency or risks.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Orders stay in 'PendingPayment' state until Stripe confirms successful charge capture via an async webhook.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A8: Stock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Darius Adonis (M2)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Decrements available product quantities in the database atomically only upon confirmed webhook payment.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Prevents overselling and automatically restores inventory if checkout is cancelled or payment fails.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Requirements Specification: A9 – A12 (Admin, Security &amp; Quality)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A9: Admin Management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David Andrei (M3)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Administrative interface allowing gym owners to add new products, edit prices, upload images, and delete items.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Enables store managers to monitor incoming orders and update product stock levels in real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A10: Access Control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David Andrei (M3)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Protects admin routes and sensitive actions using role-based authorization attributes ([Authorize(Roles='Admin')]).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Protects user passwords with cryptographic hashing and uses parameterized EF Core queries against SQL injection.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A11: Responsive Mobile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Ana Maria (M1)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Adaptive CSS grid and flexbox layout designed to look great on mobile smartphones, tablets, and desktop displays.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Features mobile-friendly navigation, touch-friendly product cards, and easy-to-use checkout inputs.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A12: Testing &amp; Quality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Lead: Team Shared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Automated unit tests and manual end-to-end verification of cart totals, coupon calculations, and checkout flows.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Validates error handling for declined test cards, empty cart checkout attempts, and out-of-stock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Chosen Bonus Features (Official Course Codes)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2841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B1: Filtered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</a:defRPr>
            </a:pPr>
            <a:r>
              <a:t>Lead: Ana Maria (M1)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Multi-criteria catalog filtering for easy product discovery.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Filter by category (Supplements, Apparel, Equipment, Accessories).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Price range filtering and 'In-Stock Only' availability toggle.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Sorting by Price (Low to High / High to Low) and Product Name.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Implemented and demonstrated live in the prototype catalog.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554480"/>
            <a:ext cx="33284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B5: Discount Codes / Coupons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Lead: Darius Adonis (M2)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Promotional coupon engine validated directly in the shopping cart.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Supports percentage discounts (e.g. LIFT10 for 10% off) and fixed sums.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Server checks coupon expiration date, active status, and minimum spend.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Subtracts discount amount before submitting final order total to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554480"/>
            <a:ext cx="33284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B7: Wishlist / Saved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6A34A"/>
                </a:solidFill>
              </a:defRPr>
            </a:pPr>
            <a:r>
              <a:t>Lead: David Andrei (M3) + Ana Maria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Enables registered lifters to bookmark gear and supplements for later.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Quick 1-click addition directly from product cards or product detail view.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Dedicated Wishlist section in User Profile with instant 'Move to Cart'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Database Entity-Relationship Diagram (ERD)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81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Schema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468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Relational schema matching ASP.NET Core EF Core &amp; MySQL model.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Primary Keys (PK) &amp; Foreign Keys (FK) enforce referential integrity.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Products &amp; CartItems: 1:N link tracking quantity per active member.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Orders &amp; OrderItems: Stores snapshot of unit price at time of purchase.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Members &amp; Memberships: Links users to their active fitness tier.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Non-crossing orthogonal relationships for maximum clarity.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Architecture: Three-Tier Component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81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Architecture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468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Three-Tier MVC separation of concerns for clean maintainability.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Client Layer: Responsive Razor Views, HTML5, CSS3, vanilla JS.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Application Layer: ASP.NET Core Controllers &amp; Dependency Injection Services.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Data Layer: Entity Framework Core ORM with MySQL / SQL Server.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Payment Gateway: Stripe Sandbox integration with secure Webhooks.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Server-authoritative validation prevents client tampering.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Application Endpoints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1463040"/>
                <a:gridCol w="5242255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Access 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/Shop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Browse product catalog with optional category &amp; keyword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/Shop/Details/{id}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View detailed product specifications, price, and 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/Cart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View active shopping cart items, line subtotals, and 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/Cart/AddToCart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Add selected product to member cart or increment 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/Cart/UpdateQuantity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Update quantity for a cart line item or validate max stock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/Cart/Remove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Remove an individual product line from the active 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/Cart/Checkout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Initiate checkout flow, lock order items, create pending order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/api/payments/webhook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Stripe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Stripe webhook listener to verify signature and mark order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/Auth/Login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Display customer / admin authentication 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Authenticate user credentials and establish cookie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/Shop/Create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Render product creation form (Admin only)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/Shop/Delete/{id}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</a:defRPr>
                      </a:pPr>
                      <a:r>
                        <a:t>Remove product from store inventory (Admin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Critical Flow: Payment, Order Processing &amp; Stock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81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Key Sequence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468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1. Customer initiates checkout from cart.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2. Server creates 'PendingPayment' order.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3. Stripe PaymentIntent session created.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4. Customer submits card in Stripe sandbox.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5. Asynchronous webhook notifies server.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6. Server verifies HMAC webhook signature.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7. Order marked 'Paid' atomically.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8. Inventory stock decremented in DB.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9. Customer cart cleared upon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Payment &amp; Webhook Reliability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2841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Cryptographic Signature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All incoming webhook payloads from Stripe are verified against a secret signing key.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Validates Stripe-Signature HTTP header to ensure notifications cannot be spoofed.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Rejects any unauthorized or tampered webhook requests immediately with HTTP 400.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554480"/>
            <a:ext cx="33284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Idempotent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Stripe may deliver webhook events more than once if network latency occurs.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The webhook listener checks whether the Order is already marked 'Paid' before processing.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Prevents duplicate charges, double stock decrements, or corrupted database states.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554480"/>
            <a:ext cx="33284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Stock Integrity &amp; Failure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Inventory stock is only decremented after cryptographic confirmation of payment.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If customer abandons payment or the test card is declined, stock is NOT reduced.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</a:defRPr>
            </a:pPr>
            <a:r>
              <a:t>• Cancelled or expired checkout sessions automatically restore reserved quantities.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User Interface Wireframes (Catalog, Cart, Checkout &amp; Admin)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re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0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481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UI Blueprint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468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1. Catalog Grid: Clear category chips, search bar, product cards with price &amp; photo.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2. Product Details: High-res image, stock status badge, quantity selector, specs.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3. Cart View: Line item controls, coupon code box (B5), clear subtotal breakdown.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4. Checkout: Minimal form, Stripe Elements sandbox card input, order summary sidebar.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5. Admin Panel: Clean product table with Edit/Delete buttons and quick Add Product.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</a:defRPr>
            </a:pPr>
            <a:r>
              <a:t>6. My Account: Order history tab and Wishlist saved items (B7).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Working Prototype &amp; 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Live Demo Scope &amp; Seed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• Database Seed Loaded: 30+ realistic gym products pre-seeded across 4 distinct categories (Supplements, Clothing, Equipment, Accessories).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• Catalog Browsing: Live demonstration of category navigation and instant search filtering in ShopController.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• Product Details: Viewing pricing, descriptions, and stock quantities directly from database.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• Cart Flow: Adding items to cart, modifying quantities, observing live subtotal calculations.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• Checkout: Initiating simulated checkout with test member account and viewing order states.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Pre-Configured Test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Pre-seeded accounts for evaluation (Password: Testing1)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Customer Account 1: athlete@lift.com (pw: Testing1)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   Standard athlete role with pre-loaded membership and cart.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Customer Account 2: girl@lift.com (pw: Testing1)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   Secondary user account for multi-customer testing.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Store Admin 1: admin@lift.com (pw: Testing1)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   Administrative credentials to access /Shop/Create and manage products.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Store Admin 2: alex@lift.com (pw: Testing1)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   Secondary administrator for concurrent management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Team Responsibilities &amp; Work Division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28416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Peca Ana Maria Cristina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DC2626"/>
                </a:solidFill>
              </a:defRPr>
            </a:pPr>
            <a:r>
              <a:t>FRONTEND &amp; PRODUCT DISCOVERY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Catalog layout and category browsing (A1)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Basic search and filtered search (A2, B1)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Responsive UI styling for mobile &amp; desktop (A11)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Wishlist UI integration (B7)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554480"/>
            <a:ext cx="332841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Ploae Darius Adonis Ionut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2563EB"/>
                </a:solidFill>
              </a:defRPr>
            </a:pPr>
            <a:r>
              <a:t>BACKEND, CART &amp; PAYMENTS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Shopping cart state and server total calculation (A5)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Checkout delivery information flow (A6)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Stripe sandbox payment processor integration (A7)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Webhook listener &amp; stock decrement logic (A8)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Discount code coupon engine (B5)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554480"/>
            <a:ext cx="332841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554480"/>
            <a:ext cx="3328416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64208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Nica David Andrei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16A34A"/>
                </a:solidFill>
              </a:defRPr>
            </a:pPr>
            <a:r>
              <a:t>DATABASE, SECURITY &amp; ADMIN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Database schema design, migrations, and seeding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Customer registration and login authentication (A3)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Order history and user account dashboard (A4)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Admin product management CRUD (A9)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• Role authorization and access control (A10)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MILESTONE 2 — SPECIFICATION &amp;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Roadmap from P2 to P3 (Final Delivery)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Remaining Implementation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• Stripe Live Webhook Testing: Finalize local CLI webhook forwarder for live end-to-end payment simulations.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• Admin Order Dispatching: Complete order fulfillment state management (Pending -&gt; Paid -&gt; Shipped -&gt; Delivered).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• Wishlist Finalization (B7): Connect frontend bookmarking directly with user profile DB persistence.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• Coupon Rules (B5): Complete validation for minimum spend constraints and expiration date enforcement.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• Comprehensive Automated Testing (A12): Expand unit tests for cart edge cases and discount computations.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Summary &amp;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Lift &amp; Aesthetics — Milestone 2 Complete</a:t>
            </a:r>
          </a:p>
          <a:p>
            <a:pPr>
              <a:spcAft>
                <a:spcPts val="1600"/>
              </a:spcAft>
              <a:defRPr sz="1000">
                <a:solidFill>
                  <a:srgbClr val="334155"/>
                </a:solidFill>
              </a:defRPr>
            </a:pPr>
            <a:r>
              <a:t>• Specification is officially frozen for Milestone P3 evaluation.</a:t>
            </a:r>
            <a:br/>
            <a:r>
              <a:t>• Seeded catalog with 30+ products and test accounts ready for demonstration.</a:t>
            </a:r>
            <a:br/>
            <a:r>
              <a:t>• Clean database schema and sequence diagram established.</a:t>
            </a:r>
            <a:br/>
            <a:r>
              <a:t>• Git repository tagged at 'P2' release point.</a:t>
            </a:r>
          </a:p>
          <a:p>
            <a:pPr>
              <a:defRPr sz="1200" b="1">
                <a:solidFill>
                  <a:srgbClr val="DC2626"/>
                </a:solidFill>
              </a:defRPr>
            </a:pPr>
            <a:r>
              <a:t>Thank you! We welcome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